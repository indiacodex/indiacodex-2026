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6B46C1"/>
                </a:solidFill>
              </a:rPr>
              <a:t>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A1A1A"/>
                </a:solidFill>
              </a:rPr>
              <a:t>The AI-native developer platform for Cardano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55555"/>
                </a:solidFill>
              </a:rPr>
              <a:t>IndiaCodeX Cardano 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Cardano has excellent individual tools — Aiken, Lucid Evolution, Mesh, Blockfrost — but no project owns the integration between them.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Every team hand-assembles its own project structure before writing business logic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Hand-writes TypeScript types with no compiler-enforced link back to the validator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Hand-rolls its own deployment-tracking scheme, or skips it entirely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Has no systematic check for eUTxO-specific bugs like double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Courier New"/>
              </a:rPr>
              <a:t>forge build "Build an escrow smart contract with milestone-based payments"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One command takes a natural-language request and produces: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real, compiled Aiken project — verified against the actual compiler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real CIP-57 blueprint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typed TypeScript SDK, generated from that blueprint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passing test against an in-memory emulator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real CIP-19 deployment address and versioned manifest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All in about ten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Why This Is Trustworthy, Not Just Impressive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B46C1"/>
                </a:solidFill>
              </a:rPr>
              <a:t>The language model NEVER writes blockchain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It has exactly two responsibilities anywhere in the platform: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1. Classify intent — which template category matches the description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2. Narrate decisions the system already made deterministically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separate, deterministic template engine renders every line of Aiken source.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 A low-confidence request is REJECTED outright — never guessed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How Forge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end-to-en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737360"/>
            <a:ext cx="201273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</a:rP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overal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2063820" cy="4389120"/>
          </a:xfrm>
          <a:prstGeom prst="rect">
            <a:avLst/>
          </a:prstGeom>
        </p:spPr>
      </p:pic>
      <p:pic>
        <p:nvPicPr>
          <p:cNvPr id="5" name="Picture 4" descr="02-clean-architecture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16931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Supported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2000" b="1">
                <a:solidFill>
                  <a:srgbClr val="6B46C1"/>
                </a:solidFill>
              </a:rPr>
              <a:t>1. Escrow with Milestone Payments  (spend validator)</a:t>
            </a:r>
          </a:p>
          <a:p>
            <a:r>
              <a:rPr sz="1500">
                <a:solidFill>
                  <a:srgbClr val="555555"/>
                </a:solidFill>
              </a:rPr>
              <a:t>Use cases: Freelancing · Construction · Project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2000" b="1">
                <a:solidFill>
                  <a:srgbClr val="6B46C1"/>
                </a:solidFill>
              </a:rPr>
              <a:t>2. NFT Minting with Royalties  (mint validator)</a:t>
            </a:r>
          </a:p>
          <a:p>
            <a:r>
              <a:rPr sz="1500">
                <a:solidFill>
                  <a:srgbClr val="555555"/>
                </a:solidFill>
              </a:rPr>
              <a:t>Use cases: NFT marketplaces · Creator royalties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2000" b="1">
                <a:solidFill>
                  <a:srgbClr val="6B46C1"/>
                </a:solidFill>
              </a:rPr>
              <a:t>3. Token Vesting  (spend validator)</a:t>
            </a:r>
          </a:p>
          <a:p>
            <a:r>
              <a:rPr sz="1500">
                <a:solidFill>
                  <a:srgbClr val="555555"/>
                </a:solidFill>
              </a:rPr>
              <a:t>Use cases: Employee token vesting · Investor lockups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Live Demo — Real, Captured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escrow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Same Command, Different Real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re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91640"/>
            <a:ext cx="6815797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Traditional Development vs. Forge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852160"/>
              </a:tblGrid>
              <a:tr h="4572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Traditional Development</a:t>
                      </a:r>
                    </a:p>
                  </a:txBody>
                  <a:tcPr>
                    <a:solidFill>
                      <a:srgbClr val="6B4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Forge</a:t>
                      </a:r>
                    </a:p>
                  </a:txBody>
                  <a:tcPr>
                    <a:solidFill>
                      <a:srgbClr val="6B4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Set up project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Write boilerplate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Generated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Configure the compiler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Generate a typed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Compile the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Run the emulator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Generate deployment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 Automated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AI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Intent parsing only — never writes contract code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/>
                        <a:t>Security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Deterministic, audited templates — not AI-generated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What's Real Today vs.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REAL AND VERIFIED TODAY: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Real Aiken compilation and CIP-57 blueprint parsing (not mocked)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3 audited, compiling contract templates (spend + mint validators)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Confidence-gated template matching — rejects low-confidence guesses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150 unit tests + 8 real integration tests, all passing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ROADMAP, HONESTLY DISCLOSED: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ai-testgen — the eUTxO vulnerability rule engine (architected, not implemented)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Real off-chain transaction building (ITxBuilderPort)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Real local devnet, additional presentation layers (VS Code, web)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</a:rPr>
              <a:t>Why This Matters to Cardano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011680" cy="50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eUTxO has failure modes no generic tool targets — double satisfaction has no equivalent on account-based chains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The off-chain SDK matters more here — validators are pure functions, so SDK quality is a disproportionate share of the developer experience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CIP-57 makes reliable codegen possible today — the machine-readable interface a typed-SDK generator needs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•  Cardano hasn't had its "Hardhat moment" yet — Ethereum and Solana each inflected once scaffolding, testing, and deployment were unified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Forge — IndiaCodeX Cardano Hackathon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46C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Forge — deterministic templates, real Aiken compilation, AI kept strictly to intent parsing.</a:t>
            </a:r>
          </a:p>
          <a:p>
            <a:r>
              <a:rPr sz="1500">
                <a:solidFill>
                  <a:srgbClr val="E0D5F5"/>
                </a:solidFill>
              </a:rPr>
              <a:t>docs/JudgePreparation.md for the full FAQ · EXECUTIVE_SUMMARY.md for the one-pager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