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ONCHAININ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operations + Cardano-verified attendance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IndiaCodex'26  |  Team RAGNAROK  |  Preprod live demo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onchainin.vercel.app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121A2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Fakeable screenshots as proof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tools: forms, QR, certs, sponsors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portable attendance record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Organizers drown in spreadsheets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320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754880" y="86868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121A2B"/>
          </a:solidFill>
          <a:ln/>
        </p:spPr>
      </p:sp>
      <p:sp>
        <p:nvSpPr>
          <p:cNvPr id="8" name="Text 6"/>
          <p:cNvSpPr/>
          <p:nvPr/>
        </p:nvSpPr>
        <p:spPr>
          <a:xfrm>
            <a:off x="4983480" y="114300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ops stack for all 4 roles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on Cardano Preprod (CIP-30)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linked to tx hash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Blockfrost public verify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109728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143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or manual event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06040" y="9144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/>
        </p:spPr>
      </p:sp>
      <p:sp>
        <p:nvSpPr>
          <p:cNvPr id="10" name="Shape 8"/>
          <p:cNvSpPr/>
          <p:nvPr/>
        </p:nvSpPr>
        <p:spPr>
          <a:xfrm>
            <a:off x="3291840" y="109728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143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9748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97480" y="2057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people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9144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109728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6" name="Text 14"/>
          <p:cNvSpPr/>
          <p:nvPr/>
        </p:nvSpPr>
        <p:spPr>
          <a:xfrm>
            <a:off x="5440680" y="1143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2057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+ metadata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03720" y="9144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/>
        </p:spPr>
      </p:sp>
      <p:sp>
        <p:nvSpPr>
          <p:cNvPr id="20" name="Shape 18"/>
          <p:cNvSpPr/>
          <p:nvPr/>
        </p:nvSpPr>
        <p:spPr>
          <a:xfrm>
            <a:off x="7589520" y="109728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/>
          <p:nvPr/>
        </p:nvSpPr>
        <p:spPr>
          <a:xfrm>
            <a:off x="7589520" y="1143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95160" y="2057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 + verify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57200" y="32004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21A2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291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94360" y="35661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91840" y="32004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21A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3291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CIP-30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29000" y="35661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26480" y="32004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21A2B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3291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Cardano Preprod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63640" y="35661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21A2B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41148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Blockfrost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4360" y="43891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91840" y="402336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21A2B"/>
          </a:solidFill>
          <a:ln/>
        </p:spPr>
      </p:sp>
      <p:sp>
        <p:nvSpPr>
          <p:cNvPr id="38" name="Text 36"/>
          <p:cNvSpPr/>
          <p:nvPr/>
        </p:nvSpPr>
        <p:spPr>
          <a:xfrm>
            <a:off x="3429000" y="41148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429000" y="43891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26480" y="402336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21A2B"/>
          </a:solidFill>
          <a:ln/>
        </p:spPr>
      </p:sp>
      <p:sp>
        <p:nvSpPr>
          <p:cNvPr id="41" name="Text 39"/>
          <p:cNvSpPr/>
          <p:nvPr/>
        </p:nvSpPr>
        <p:spPr>
          <a:xfrm>
            <a:off x="6263640" y="41148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+ Vercel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63640" y="43891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Host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live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https://onchainin.vercel.app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7772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as organizer or participant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event, approve, wallet check-in on Preprod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certificate, open verify with Blockfrost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RAGNAROK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3794760" cy="1691640"/>
          </a:xfrm>
          <a:prstGeom prst="roundRect">
            <a:avLst>
              <a:gd name="adj" fmla="val 5405"/>
            </a:avLst>
          </a:prstGeom>
          <a:solidFill>
            <a:srgbClr val="121A2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54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Anshul Nautiyal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3566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ANSHUL-REAL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anshulnautiyal0512@gmail.com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971800"/>
            <a:ext cx="3794760" cy="1691640"/>
          </a:xfrm>
          <a:prstGeom prst="roundRect">
            <a:avLst>
              <a:gd name="adj" fmla="val 5405"/>
            </a:avLst>
          </a:prstGeom>
          <a:solidFill>
            <a:srgbClr val="121A2B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3154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Sourab Reddy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3566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SOURABREDDY394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sourabreddimalla@gmail.com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OnChainIn - IndiaCodex 2026</dc:title>
  <dc:subject>PptxGenJS Presentation</dc:subject>
  <dc:creator>Team RAGNAROK</dc:creator>
  <cp:lastModifiedBy>Team RAGNAROK</cp:lastModifiedBy>
  <cp:revision>1</cp:revision>
  <dcterms:created xsi:type="dcterms:W3CDTF">2026-07-12T12:23:21Z</dcterms:created>
  <dcterms:modified xsi:type="dcterms:W3CDTF">2026-07-12T12:23:21Z</dcterms:modified>
</cp:coreProperties>
</file>