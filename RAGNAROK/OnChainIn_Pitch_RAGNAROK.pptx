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ONCHAININ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operations + Cardano-verified attendance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IndiaCodex'26  |  Team RAGNAROK  |  Preprod live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onchainin.vercel.app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21A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Fakeable screenshots as proof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tools: forms, QR, certs, sponsors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portable attendance record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drown in spreadsheets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21A2B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1430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ops stack for all 4 roles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on Cardano Preprod (CIP-30)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linked to tx hash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Blockfrost public verify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097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 manual event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people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1097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metadata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109728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1737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+ verify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3566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CIP-30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3566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Cardano Preprod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114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Blockfrost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91840" y="402336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4114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42900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402336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121A2B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4114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+ Vercel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4389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Host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https://onchainin.vercel.app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as organizer or participant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event, approve, wallet check-in on Preprod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certificate, open verify with Blockfrost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863840" cy="1463040"/>
          </a:xfrm>
          <a:prstGeom prst="roundRect">
            <a:avLst>
              <a:gd name="adj" fmla="val 6250"/>
            </a:avLst>
          </a:prstGeom>
          <a:solidFill>
            <a:srgbClr val="121A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RAGNAROK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ANSHUL-REAL  |  SOURABREDDY394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editzera07@gmail.com  |  Made with love for IndiaCodex'26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OnChainIn - IndiaCodex 2026</dc:title>
  <dc:subject>PptxGenJS Presentation</dc:subject>
  <dc:creator>Team RAGNAROK</dc:creator>
  <cp:lastModifiedBy>Team RAGNAROK</cp:lastModifiedBy>
  <cp:revision>1</cp:revision>
  <dcterms:created xsi:type="dcterms:W3CDTF">2026-07-12T12:19:33Z</dcterms:created>
  <dcterms:modified xsi:type="dcterms:W3CDTF">2026-07-12T12:19:33Z</dcterms:modified>
</cp:coreProperties>
</file>