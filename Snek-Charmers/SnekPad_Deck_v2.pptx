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56032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C6F13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BONDING-CURVE LAUNCHPAD  ·  CARDANO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SNEKPAD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Meme coins, priced by transparent math.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Cardano meme-coin launchpad where every price is set by a formula anyone can verify — and every graduating token gets a real liquidity pool on Minswap.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BRIEFING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Meme-token launches are everywhere. Trust in them is not.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Buying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people buy tokens with no idea how the price was set, or whether it can be quietly manipulated.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Arbitrary Pricing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703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on most launch platforms is opaque — buyers don't know what they're really paying for.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66928" cy="566928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Verifiable Math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937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launchpads work technically, but expose no formula a buyer can check for themselves.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buy, and sell meme tokens — priced by a transparent, provable formula.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468880"/>
            <a:ext cx="548640" cy="54864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Token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custom inputs. The bonding-price curve is generated automatically from three parameters.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4632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why the price is what it is before you buy — transparent, checkable pricing at every step.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468880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Out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4964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at any time. Every action is governed strictly by the same formula, in reverse — nothing hidden.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Pricing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automatically as more tokens are bought — the same transparent formula for every token.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16151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317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F1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m · supply + 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transparent, automated linear bonding curve — the same formula the Aiken smart contract enforces on-chain.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4343400"/>
            <a:ext cx="3520440" cy="0"/>
          </a:xfrm>
          <a:prstGeom prst="line">
            <a:avLst/>
          </a:prstGeom>
          <a:noFill/>
          <a:ln w="12700">
            <a:solidFill>
              <a:srgbClr val="2C2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52628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(app) and on-chain (validator) compute this identically — a trade only confirms if both agree.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502920" cy="50292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20299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Price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37744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price of the token at launch — set by the creator.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49240" y="326440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32369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Growth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58444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price rises as tokens sell. Calculated automatically from the launch inputs.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49240" y="4471416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4471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35040" y="44439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Sold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479145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quantity of tokens purchased from the pool so far.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Pricing Works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Token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inputs, automated curve math, and a built-in guardrail against impossible configurations.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40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Price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40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4924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210312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2240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6968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 (once fully sold)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1312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CALCULATION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977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2 × (R − c×S) / S²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51560" y="45262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growth is solved for automatically from your three inputs.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4E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023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must exceed c × S, or the system flags the configuration before launch.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parameters also include reserved supply (held back for creator, rewards &amp; liquidity) and sellable supply — the portion actually tradable on the curve.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Token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&amp; Selling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is priced fairly, whether you're buying one token or a thousand.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6151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128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F1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 =  ((price_start + price_end) / 2)  ×  amount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the average price across the whole batch, not the starting price — so bulk buyers can't hide behind stale pricing.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340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40690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exact same formula in reverse, so there's no exploitable gap between buy and sell logic.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40690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— big or small, buy or sell — settles under the same consistent, on-chain-verifiable rule.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&amp; Selling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Cardano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where the chain's own strengths match what a meme token needs.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Minting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9631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mint directly at the ledger level — no bespoke smart contract needed just to create a coin, so launches are fast and cheap.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Fees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73075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stable transaction fees matter for meme tokens, where trades are frequent and often small.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66928" cy="566928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 DeFi Base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96519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Cardano's native DEX ecosystem — led by Minswap — gives graduating tokens a real, liquid home once they outgrow the curve.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Cardano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Graduation: From Curve to Minswap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trade only on our curve until 80% of the sellable supply is sold — then they graduate to a real liquidity pool.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880360" cy="1371600"/>
          </a:xfrm>
          <a:prstGeom prst="roundRect">
            <a:avLst>
              <a:gd name="adj" fmla="val 8000"/>
            </a:avLst>
          </a:prstGeom>
          <a:solidFill>
            <a:srgbClr val="16151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 Curve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80% sold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03320" y="205740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06240" y="2057400"/>
            <a:ext cx="2880360" cy="1371600"/>
          </a:xfrm>
          <a:prstGeom prst="roundRect">
            <a:avLst>
              <a:gd name="adj" fmla="val 8000"/>
            </a:avLst>
          </a:prstGeom>
          <a:solidFill>
            <a:srgbClr val="16151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0574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Graduation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Triggers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205740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589520" y="2057400"/>
            <a:ext cx="2880360" cy="1371600"/>
          </a:xfrm>
          <a:prstGeom prst="roundRect">
            <a:avLst>
              <a:gd name="adj" fmla="val 8000"/>
            </a:avLst>
          </a:prstGeom>
          <a:solidFill>
            <a:srgbClr val="C6F1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0574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Minswap LP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Created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graduation gate is live in the bonding-curve contract (owner-signed, unlocks at ≥80% sold) and the product already markets this path end-to-end. Wiring the gate to programmatically create the Minswap pool itself is the near-term milestone — see Roadmap.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1D1B2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44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Minswap is Cardano's largest DEX by TVL and volume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all Cardano DeFi TVL runs through it — the natural home for graduated tokens.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443484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1D1B2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544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$124.7M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9224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Pump.fun's Q1 2026 platform revenue (Solana)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bonding-curve → DEX graduation model is proven at scale; SnekPad brings it to Cardano's eUTXO design, graduating earlier (80% vs. 100%) for tighter liquidity.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60533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DefiLlama (Minswap TVL/volume), Yellow.com research (Pump.fun Q1 2026 revenue)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&amp; Minswap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Social Farming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launched coin into a community-growth loop — rewarding real contribution, not just buying.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94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560320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48716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 emits signed events (buys, sells, LP, graduation) — the engine never reads the chain directly.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3255264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1821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service (independent of the launchpad) ingests, verifies, and de-duplicates every event.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3950208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87705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+ an AI quality check score community contributions — memes, threads, referrals, education.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4645152"/>
            <a:ext cx="365760" cy="36576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45720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ledgers track value: Project Contribution Points (per-project, spends the reward pool) and Reputation (global, non-redeemable, unlocks tiers).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97280" y="5340096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40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526694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D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approve AI-suggested campaigns; nothing publishes automatically.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4983480" cy="1874520"/>
          </a:xfrm>
          <a:prstGeom prst="roundRect">
            <a:avLst>
              <a:gd name="adj" fmla="val 5854"/>
            </a:avLst>
          </a:prstGeom>
          <a:solidFill>
            <a:srgbClr val="13121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content quality. It never decides payout amounts. A deterministic, creator-configured rule engine turns scores into points — every reward is auditable.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4983480" cy="2103120"/>
          </a:xfrm>
          <a:prstGeom prst="roundRect">
            <a:avLst>
              <a:gd name="adj" fmla="val 5217"/>
            </a:avLst>
          </a:prstGeom>
          <a:solidFill>
            <a:srgbClr val="EAF6E0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7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ACTIVE 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5262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TypeScript/NestJS service scaffolded with Postgres + Redis, an event-ingestion gateway, and the reward-ledger schema. Not yet wired end-to-end to a live launch or exposed to users.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Farming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Far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Cardano Preprod testnet. Here's exactly what's verified, and what's still in flight.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minting — verified on-chain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Preprod mint transaction confirmed (CIP-68 policy + supply into the pool).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75234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Bonding-curve validator — built &amp; unit-tested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309981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contract with passing tests for buy, sell, and rejection of underpayment / tampering.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648456"/>
            <a:ext cx="384048" cy="384048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935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Graduation gate — implemented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17320" y="394106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80%-sold threshold enforced on-chain; owner-signed graduation redeemer.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489704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434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/ sell trades — on-chain verification in progress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builders are complete in the app; end-to-end confirmed trades on Preprod are the next checkpoint.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2760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Minswap pool creation at graduation — not yet wired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17320" y="562356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currently releases reserve + tokens to the project owner; automatic LP creation on Minswap is the next milestone (see Roadmap).</a:t>
            </a:r>
            <a:endParaRPr lang="en-US" sz="1100" dirty="0"/>
          </a:p>
        </p:txBody>
      </p:sp>
      <p:pic>
        <p:nvPicPr>
          <p:cNvPr id="25" name="Image 0" descr="/sessions/happy-funny-curie/mnt/meme_launchpad/snekp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965960"/>
            <a:ext cx="4069080" cy="378561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287768" y="1938528"/>
            <a:ext cx="4123944" cy="3840480"/>
          </a:xfrm>
          <a:prstGeom prst="roundRect">
            <a:avLst>
              <a:gd name="adj" fmla="val 1429"/>
            </a:avLst>
          </a:prstGeom>
          <a:ln w="19050">
            <a:solidFill>
              <a:srgbClr val="2C2A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5852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testnet UI — snekpad.com (Preprod)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9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live pricing engine to full DEX graduation, creator security, and community incentives.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Trading, Verified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buy/sell end-to-end on Preprod for every acceptance criterion before moving toward mainnet.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Minswap Graduation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600200" y="320040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graduation gate to programmatically create and seed the Minswap liquidity pool — no manual step.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576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Locks &amp; Creator Vesting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00200" y="402336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Anti-rug protection so raised funds and creator allocations can't be pulled or dumped early.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C6F13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4805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Social Farming, Live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00200" y="48463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Reward Engine + Trust Engine to production and connect it to real launches.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3035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1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at Scale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600200" y="56692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the single-pool-UTXO limit with an order-batching design — the same class of problem Minswap solved for Cardano DEX trading.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C6F13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math first.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launchpad you can trust starts with pricing you can prove — and a graduation path onto real Cardano liquidity.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E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SNEKPAD  ·  Cardano Preprod Testnet  ·  snekpad.com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2026-07-12T12:28:27Z</dcterms:created>
  <dcterms:modified xsi:type="dcterms:W3CDTF">2026-07-12T12:28:27Z</dcterms:modified>
</cp:coreProperties>
</file>