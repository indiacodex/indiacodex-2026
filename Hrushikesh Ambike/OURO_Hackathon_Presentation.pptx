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Self-Repaying Borrowing Protocol on Cardano</a:t>
            </a:r>
          </a:p>
          <a:p>
            <a:r>
              <a:t>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Traditional crypto lending often leads to liquidation risk.</a:t>
            </a:r>
          </a:p>
          <a:p>
            <a:pPr>
              <a:defRPr sz="2200"/>
            </a:pPr>
            <a:r>
              <a:t>Borrowers lose collateral during market volatility.</a:t>
            </a:r>
          </a:p>
          <a:p>
            <a:pPr>
              <a:defRPr sz="2200"/>
            </a:pPr>
            <a:r>
              <a:t>Existing lending protocols rarely reward long-term responsible borrowers.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Deposit tADA as collateral to borrow tUSDM.</a:t>
            </a:r>
          </a:p>
          <a:p>
            <a:pPr>
              <a:defRPr sz="2200"/>
            </a:pPr>
            <a:r>
              <a:t>Collateral remains locked in an individual vault.</a:t>
            </a:r>
          </a:p>
          <a:p>
            <a:pPr>
              <a:defRPr sz="2200"/>
            </a:pPr>
            <a:r>
              <a:t>Protocol is designed for staking-based self-repayment.</a:t>
            </a:r>
          </a:p>
          <a:p>
            <a:pPr>
              <a:defRPr sz="2200"/>
            </a:pPr>
            <a:r>
              <a:t>No liquidation-focused model; encourages patience and repayment.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Next.js + React</a:t>
            </a:r>
          </a:p>
          <a:p>
            <a:pPr>
              <a:defRPr sz="2200"/>
            </a:pPr>
            <a:r>
              <a:t>Off-chain: TypeScript transaction builder</a:t>
            </a:r>
          </a:p>
          <a:p>
            <a:pPr>
              <a:defRPr sz="2200"/>
            </a:pPr>
            <a:r>
              <a:t>On-chain: Aiken smart contracts</a:t>
            </a:r>
          </a:p>
          <a:p>
            <a:pPr>
              <a:defRPr sz="2200"/>
            </a:pPr>
            <a:r>
              <a:t>Oracle: ADA price feed</a:t>
            </a:r>
          </a:p>
          <a:p>
            <a:pPr>
              <a:defRPr sz="2200"/>
            </a:pPr>
            <a:r>
              <a:t>Validators: Vault, Reserve, Oracle, Reputation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Vault Validator: manages deposit, borrow, repay and close.</a:t>
            </a:r>
          </a:p>
          <a:p>
            <a:pPr>
              <a:defRPr sz="2200"/>
            </a:pPr>
            <a:r>
              <a:t>Reserve Validator: mint/burn tUSDM.</a:t>
            </a:r>
          </a:p>
          <a:p>
            <a:pPr>
              <a:defRPr sz="2200"/>
            </a:pPr>
            <a:r>
              <a:t>Oracle Validator: validates price updates.</a:t>
            </a:r>
          </a:p>
          <a:p>
            <a:pPr>
              <a:defRPr sz="2200"/>
            </a:pPr>
            <a:r>
              <a:t>Reputation Validator: tracks repayment history and borrower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Borrowing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Oracle fetches ADA/USD price.</a:t>
            </a:r>
          </a:p>
          <a:p>
            <a:pPr>
              <a:defRPr sz="2200"/>
            </a:pPr>
            <a:r>
              <a:t>Collateral value = ADA × Price.</a:t>
            </a:r>
          </a:p>
          <a:p>
            <a:pPr>
              <a:defRPr sz="2200"/>
            </a:pPr>
            <a:r>
              <a:t>Bronze LTV = 50%, Silver = 65%, Gold = 80%.</a:t>
            </a:r>
          </a:p>
          <a:p>
            <a:pPr>
              <a:defRPr sz="2200"/>
            </a:pPr>
            <a:r>
              <a:t>Origination fee: 1%.</a:t>
            </a:r>
          </a:p>
          <a:p>
            <a:pPr>
              <a:defRPr sz="2200"/>
            </a:pPr>
            <a:r>
              <a:t>Borrow amount enforced by on-chain LTV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Reputation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Bronze → Silver: ≥2 repaid loans &amp; ≥500 tUSDM repaid.</a:t>
            </a:r>
          </a:p>
          <a:p>
            <a:pPr>
              <a:defRPr sz="2200"/>
            </a:pPr>
            <a:r>
              <a:t>Silver → Gold: ≥5 repaid loans &amp; ≥2000 tUSDM repaid.</a:t>
            </a:r>
          </a:p>
          <a:p>
            <a:pPr>
              <a:defRPr sz="2200"/>
            </a:pPr>
            <a:r>
              <a:t>Higher tier unlocks higher borrowing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Per-vault architecture.</a:t>
            </a:r>
          </a:p>
          <a:p>
            <a:pPr>
              <a:defRPr sz="2200"/>
            </a:pPr>
            <a:r>
              <a:t>Designed for staking rewards to reduce outstanding debt.</a:t>
            </a:r>
          </a:p>
          <a:p>
            <a:pPr>
              <a:defRPr sz="2200"/>
            </a:pPr>
            <a:r>
              <a:t>Trustless on-chain validation.</a:t>
            </a:r>
          </a:p>
          <a:p>
            <a:pPr>
              <a:defRPr sz="2200"/>
            </a:pPr>
            <a:r>
              <a:t>Better incentives than liquidation-first lending.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automated staking reward harvesting.</a:t>
            </a:r>
          </a:p>
          <a:p>
            <a:pPr>
              <a:defRPr sz="2200"/>
            </a:pPr>
            <a:r>
              <a:t>Production deployment on Cardano Preprod/Mainnet.</a:t>
            </a:r>
          </a:p>
          <a:p>
            <a:pPr>
              <a:defRPr sz="2200"/>
            </a:pPr>
            <a:r>
              <a:t>Governance, analytics and additional collateral assets.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Connect wallet</a:t>
            </a:r>
          </a:p>
          <a:p>
            <a:pPr>
              <a:defRPr sz="2200"/>
            </a:pPr>
            <a:r>
              <a:t>2. Deposit ADA</a:t>
            </a:r>
          </a:p>
          <a:p>
            <a:pPr>
              <a:defRPr sz="2200"/>
            </a:pPr>
            <a:r>
              <a:t>3. Borrow tUSDM</a:t>
            </a:r>
          </a:p>
          <a:p>
            <a:pPr>
              <a:defRPr sz="2200"/>
            </a:pPr>
            <a:r>
              <a:t>4. Repay loan</a:t>
            </a:r>
          </a:p>
          <a:p>
            <a:pPr>
              <a:defRPr sz="2200"/>
            </a:pPr>
            <a:r>
              <a:t>5. Reputation increases and borrowing power improves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Project: OURO</a:t>
            </a:r>
          </a:p>
          <a:p>
            <a:pPr>
              <a:defRPr sz="2200"/>
            </a:pPr>
            <a:r>
              <a:t>Team Hackathon Submission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