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LifeVault: AI-Powered Productivity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 Rohith | IndiaCodex 2026 Submission</a:t>
            </a:r>
          </a:p>
          <a:p>
            <a:r>
              <a:t>Decentralized Vault with Cardano &amp; Google Integrations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&amp; 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Users struggle to manage documents, expiring warranties, and calendar events securely.</a:t>
            </a:r>
          </a:p>
          <a:p>
            <a:pPr lvl="1"/>
            <a:r>
              <a:t>Solution: LifeVault</a:t>
            </a:r>
          </a:p>
          <a:p>
            <a:pPr lvl="2"/>
            <a:r>
              <a:t>A decentralized productivity suite utilizing Cardano wallet encryption.</a:t>
            </a:r>
          </a:p>
          <a:p>
            <a:pPr lvl="2"/>
            <a:r>
              <a:t>AI-powered Retrieval-Augmented Generation (RAG) for querying personal documents.</a:t>
            </a:r>
          </a:p>
          <a:p>
            <a:pPr lvl="2"/>
            <a:r>
              <a:t>Seamless Google OAuth (Calendar, Gmail, Drive) and Slack integrations.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 Stack Overview:</a:t>
            </a:r>
          </a:p>
          <a:p>
            <a:pPr lvl="1"/>
            <a:r>
              <a:t>Frontend: Next.js 16 (App Router), Turbopack, Tailwind CSS</a:t>
            </a:r>
          </a:p>
          <a:p>
            <a:pPr lvl="1"/>
            <a:r>
              <a:t>Backend: FastAPI (Python), NVIDIA LLaMA models</a:t>
            </a:r>
          </a:p>
          <a:p>
            <a:pPr lvl="1"/>
            <a:r>
              <a:t>Database: Firebase / Firestore</a:t>
            </a:r>
          </a:p>
          <a:p>
            <a:pPr lvl="1"/>
            <a:r>
              <a:t>Web3: MeshSDK for Cardano CIP-30 Authentication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makes LifeVault special?</a:t>
            </a:r>
          </a:p>
          <a:p>
            <a:pPr lvl="1"/>
            <a:r>
              <a:t>Cryptographic Decryption Challenge to secure personal vault.</a:t>
            </a:r>
          </a:p>
          <a:p>
            <a:pPr lvl="1"/>
            <a:r>
              <a:t>Automated AI timeline and Slack/Email broadcast nodes.</a:t>
            </a:r>
          </a:p>
          <a:p>
            <a:pPr lvl="1"/>
            <a:r>
              <a:t>Dynamic Google Calendar synchronization.</a:t>
            </a:r>
          </a:p>
          <a:p>
            <a:pPr lvl="1"/>
            <a:r>
              <a:t>Context-aware AI Chat (RAG) that reads your uploaded documents.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Check out our repo for the live demo and codebase.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